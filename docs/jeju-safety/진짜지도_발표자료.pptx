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인사. 정책을 제안하러 온 것이 아니라는 점을 톤으로 먼저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발표의 승부처. "요즘 제주를 부르는 별명이 하나 생겼습니다" 라고만 말하고 3초 침묵한다. 설명하지 않는다.
[대체 버전] 단어를 쓰지 않기로 했다면 이 슬라이드의 텍스트를 "요즘 제주를 부르는 별명" 으로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괴담 이미지 원본은 절대 띄우지 않는다. 이 슬라이드의 카드로 대체한다.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포럼이 대표 소개 슬라이드를 따로 만들어 주면 이 장은 덜어낸다.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이 발표의 심장. 실제 현장 이야기를 여기서 한다. 언제 어디서 무엇을 확인하러 갔고 얼마나 걸렸는지, 그때 무슨 생각이 들었는지. 스톡 이미지는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효과를 과장하지 않는다. 질문이 오면: 드론 투입 시 약 3분 단축, 전체 발견율은 유사. 연구 결론은 '성패는 기체가 아니라 훈련과 절차'.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002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지도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"귤보디아"라는 말이 싫어서 — 땅을 재던 사람이 시작한 일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977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코리아스타트업포럼 제주 혁신 대담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4279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[회사명]  ·  [OOO]  ·  2026. 9. 18.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귤보디아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부탁으로는 그림을 못 이깁니다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123048"/>
          </a:solidFill>
          <a:ln w="12700">
            <a:solidFill>
              <a:srgbClr val="1E45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한 장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찍어 올렸습니다.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만에 퍼졌습니다.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37360"/>
            <a:ext cx="914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＞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0" y="173736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123048"/>
          </a:solidFill>
          <a:ln w="12700">
            <a:solidFill>
              <a:srgbClr val="1E45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 한 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"유포를 자제해 주십시오."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퍼진 뒤였습니다.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이기는 건 더 정확한 그림입니다.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땅을 재는 사람입니다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전문가도, 치안 전문가도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2103120"/>
          </a:xfrm>
          <a:prstGeom prst="roundRect">
            <a:avLst>
              <a:gd name="adj" fmla="val 2609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146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· 시공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260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재고 설계하고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구조물을 짓습니다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691640"/>
            <a:ext cx="2560320" cy="2103120"/>
          </a:xfrm>
          <a:prstGeom prst="roundRect">
            <a:avLst>
              <a:gd name="adj" fmla="val 2609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938528"/>
            <a:ext cx="420624" cy="420624"/>
          </a:xfrm>
          <a:prstGeom prst="ellipse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수자원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하천과 저수지, 사면을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다룹니다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6752" y="1691640"/>
            <a:ext cx="2560320" cy="2103120"/>
          </a:xfrm>
          <a:prstGeom prst="roundRect">
            <a:avLst>
              <a:gd name="adj" fmla="val 2609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938528"/>
            <a:ext cx="420624" cy="420624"/>
          </a:xfrm>
          <a:prstGeom prst="ellipse">
            <a:avLst/>
          </a:prstGeom>
          <a:solidFill>
            <a:srgbClr val="0A6B8A"/>
          </a:solidFill>
          <a:ln w="12700">
            <a:solidFill>
              <a:srgbClr val="0A6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5146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측량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9260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사흘 걸리던 측량을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반나절에 합니다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곳일수록, 직접 가야 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일에는 오래된 문제가 하나 있습니다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온 다음 날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하천 제방을 봐야 합니다.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사면이 무너졌는지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확인해야 합니다.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그런 곳은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차가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들어가지 못합니다.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0" y="1691640"/>
            <a:ext cx="4206240" cy="2651760"/>
          </a:xfrm>
          <a:prstGeom prst="roundRect">
            <a:avLst>
              <a:gd name="adj" fmla="val 2069"/>
            </a:avLst>
          </a:prstGeom>
          <a:solidFill>
            <a:srgbClr val="F3F7FA"/>
          </a:solidFill>
          <a:ln w="19050">
            <a:solidFill>
              <a:srgbClr val="8FB0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480560" y="16916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 사진 ]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대표님이 실제로 찍은 사진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접근이 막힌 지형이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드론을 쓰고 달라진 두 가지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7863840" cy="109728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않고도 본다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 → 5분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7863840" cy="1097280"/>
          </a:xfrm>
          <a:prstGeom prst="roundRect">
            <a:avLst>
              <a:gd name="adj" fmla="val 5000"/>
            </a:avLst>
          </a:prstGeom>
          <a:solidFill>
            <a:srgbClr val="0E1F33"/>
          </a:solidFill>
          <a:ln w="12700">
            <a:solidFill>
              <a:srgbClr val="0E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880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것이 남는다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아니라 파일로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번째가 더 중요했습니다.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이번 일이 똑같았습니다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현장에서 늘 겪던 두 가지가 그대로 있었습니다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2880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가야 볼 수 있는데,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 수가 없었습니다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0604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방범 카메라 19,096대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 대비 전국 평균의 두 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전부 고정형입니다.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사고는 오름에서, 해안 절벽에서,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올레길에서 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74904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10912" y="182880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확인했다는 기록이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남지 않았습니다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260604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확인했는지,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확인하기는 했는지가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 있지 않았습니다.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"가서 봤습니다"라는 말만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남던 제 현장과 같습니다.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지워지고, 파일은 남습니다.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 지도가 아니라 공포입니다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섬을 그려도 전혀 다른 그림이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697480"/>
          </a:xfrm>
          <a:prstGeom prst="roundRect">
            <a:avLst>
              <a:gd name="adj" fmla="val 2034"/>
            </a:avLst>
          </a:prstGeom>
          <a:solidFill>
            <a:srgbClr val="EDEFF1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떠도는 지도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점만 찍혀 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누가 만들었는지 모른다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"여기서 사라졌다"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공포를 만든다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749040" cy="2697480"/>
          </a:xfrm>
          <a:prstGeom prst="roundRect">
            <a:avLst>
              <a:gd name="adj" fmla="val 2034"/>
            </a:avLst>
          </a:prstGeom>
          <a:solidFill>
            <a:srgbClr val="0E1F33"/>
          </a:solidFill>
          <a:ln w="12700">
            <a:solidFill>
              <a:srgbClr val="0E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83480" y="1810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지도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지형과 접근로가 있다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누가 언제 쟀는지 남는다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"여기는 몇 분 만에 닿는다"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대응을 만든다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지도를 만드는 건, 제가 할 줄 아는 일입니다.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재고, 짓고, 남긴다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자랑은 여기서 한 번만 하겠습니다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2423160"/>
          </a:xfrm>
          <a:prstGeom prst="roundRect">
            <a:avLst>
              <a:gd name="adj" fmla="val 2264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잰다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37744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사고·실종 다발 구간을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측량해 지형·접근로·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시간 지도를 만든다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58444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운용 · 촬영 · 측량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8416" y="1645920"/>
            <a:ext cx="2560320" cy="2423160"/>
          </a:xfrm>
          <a:prstGeom prst="roundRect">
            <a:avLst>
              <a:gd name="adj" fmla="val 2264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짓는다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7744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지도 위에 거점을 놓는다.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지구대·관제센터처럼 전기와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통신이 있는 자리에 얹는다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58444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 · 시설 설계 및 시공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16752" y="1645920"/>
            <a:ext cx="2560320" cy="2423160"/>
          </a:xfrm>
          <a:prstGeom prst="roundRect">
            <a:avLst>
              <a:gd name="adj" fmla="val 2264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54496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남긴다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377440"/>
            <a:ext cx="2084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신고가 오면 자동으로 뜨고,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어디를 봤는지가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보고와 따로 남는다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358444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· 소프트웨어 · 데이터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업체는 짓지 못하고, 건설사는 날리지 못합니다.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셋을 이어서 하는 것이 저희가 가진 전부입니다.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저도 이번에 찾아보고 알았습니다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786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지난해 제주의 성인 실종 신고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645920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70,814건의  1.1%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인구는 전국의 1.3%입니다.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 대비로는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평균보다 낮습니다.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진실은 있는데, 보여줄 형태로 만들어 놓지 않았습니다.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5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경찰청 실종신고 처리 현황 (2025년) — 발표 전 원자료 재확인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부정하지 말고, 증명하면 됩니다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재서 지도로 만들고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5328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거점을 지어 몇 분 만에 닿는지 보여주고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37413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3F7FA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37413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것을 기록으로 남기면 됩니다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159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쌓이면, 다음에 누가 또 그렇게 부를 때 우리는 부탁하지 않아도 됩니다.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하나 내놓으면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제주가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 말로 불리는 게 싫습니다.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29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싫으면 만들어야 한다고 생각했습니다.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진짜 지도</dc:title>
  <dc:subject>PptxGenJS Presentation</dc:subject>
  <dc:creator>PptxGenJS</dc:creator>
  <cp:lastModifiedBy>PptxGenJS</cp:lastModifiedBy>
  <cp:revision>1</cp:revision>
  <dcterms:created xsi:type="dcterms:W3CDTF">2026-09-12T10:10:21Z</dcterms:created>
  <dcterms:modified xsi:type="dcterms:W3CDTF">2026-09-12T10:10:21Z</dcterms:modified>
</cp:coreProperties>
</file>